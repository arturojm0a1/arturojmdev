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121"/>
            <a:ext cx="10515600" cy="674488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s-MX" sz="1200" dirty="0"/>
              <a:t>Pachuca de Soto, Hidalgo, México </a:t>
            </a:r>
          </a:p>
          <a:p>
            <a:pPr>
              <a:buNone/>
            </a:pPr>
            <a:r>
              <a:rPr lang="es-MX" sz="1200" dirty="0"/>
              <a:t>05 Abril, 2026</a:t>
            </a:r>
            <a:endParaRPr lang="es-MX" sz="1100" dirty="0"/>
          </a:p>
          <a:p>
            <a:pPr algn="ctr">
              <a:buNone/>
            </a:pPr>
            <a:r>
              <a:rPr lang="es-MX" sz="1500" b="1" dirty="0"/>
              <a:t>CARTA DE PRESENTACIÓN</a:t>
            </a:r>
          </a:p>
          <a:p>
            <a:pPr algn="ctr">
              <a:buNone/>
            </a:pPr>
            <a:r>
              <a:rPr lang="es-MX" sz="1500" b="1" dirty="0"/>
              <a:t>Departamento de Recursos Humanos</a:t>
            </a:r>
          </a:p>
          <a:p>
            <a:pPr algn="ctr">
              <a:buNone/>
            </a:pPr>
            <a:endParaRPr lang="es-MX" sz="1500" dirty="0"/>
          </a:p>
          <a:p>
            <a:pPr>
              <a:buNone/>
            </a:pPr>
            <a:r>
              <a:rPr lang="es-MX" sz="1500" b="1" dirty="0"/>
              <a:t>Estimado equipo de reclutamiento:</a:t>
            </a:r>
            <a:endParaRPr lang="es-MX" sz="1500" dirty="0"/>
          </a:p>
          <a:p>
            <a:pPr>
              <a:buNone/>
            </a:pPr>
            <a:r>
              <a:rPr lang="es-MX" sz="1500" dirty="0"/>
              <a:t>Soy Ingeniero en Software con experiencia en el desarrollo de aplicaciones web de principio a fin, con un enfoque en el desarrollo </a:t>
            </a:r>
            <a:r>
              <a:rPr lang="es-MX" sz="1500" dirty="0" err="1"/>
              <a:t>backend</a:t>
            </a:r>
            <a:r>
              <a:rPr lang="es-MX" sz="1500" dirty="0"/>
              <a:t> utilizando Java, Spring Boot y bases de datos SQL. He trabajado en el desarrollo de </a:t>
            </a:r>
            <a:r>
              <a:rPr lang="es-MX" sz="1500" dirty="0" err="1"/>
              <a:t>APIs</a:t>
            </a:r>
            <a:r>
              <a:rPr lang="es-MX" sz="1500" dirty="0"/>
              <a:t> REST, lógica de negocio, integración con bases de datos y paneles administrativos, además de participar en el desarrollo de interfaces cuando el proyecto lo requiere.</a:t>
            </a:r>
          </a:p>
          <a:p>
            <a:pPr>
              <a:buNone/>
            </a:pPr>
            <a:r>
              <a:rPr lang="es-MX" sz="1500" dirty="0"/>
              <a:t>He participado en proyectos del sector público, privado y financiero. En mi experiencia más reciente colaboré en un entorno financiero desarrollando servicios </a:t>
            </a:r>
            <a:r>
              <a:rPr lang="es-MX" sz="1500" dirty="0" err="1"/>
              <a:t>backend</a:t>
            </a:r>
            <a:r>
              <a:rPr lang="es-MX" sz="1500" dirty="0"/>
              <a:t> con Java, Spring Boot, </a:t>
            </a:r>
            <a:r>
              <a:rPr lang="es-MX" sz="1500" dirty="0" err="1"/>
              <a:t>Hibernate</a:t>
            </a:r>
            <a:r>
              <a:rPr lang="es-MX" sz="1500" dirty="0"/>
              <a:t>, Oracle y PL/SQL, siguiendo una arquitectura por capas y metodologías Scrum. También estoy familiarizado con el uso de Git como herramienta de control de versiones.</a:t>
            </a:r>
          </a:p>
          <a:p>
            <a:pPr>
              <a:buNone/>
            </a:pPr>
            <a:r>
              <a:rPr lang="es-MX" sz="1500" dirty="0"/>
              <a:t>Además, desarrollo proyectos personales para seguir aprendiendo nuevas tecnologías y fortalecer mis habilidades en desarrollo de software, arquitectura de aplicaciones y resolución de problemas, como Starlight: No </a:t>
            </a:r>
            <a:r>
              <a:rPr lang="es-MX" sz="1500" dirty="0" err="1"/>
              <a:t>Return</a:t>
            </a:r>
            <a:r>
              <a:rPr lang="es-MX" sz="1500" dirty="0"/>
              <a:t>, un videojuego arcade para navegador desarrollado con JavaScript ES6, </a:t>
            </a:r>
            <a:r>
              <a:rPr lang="es-MX" sz="1500" dirty="0" err="1"/>
              <a:t>Canvas</a:t>
            </a:r>
            <a:r>
              <a:rPr lang="es-MX" sz="1500" dirty="0"/>
              <a:t> 2D, CSS3 y Web Audio API.</a:t>
            </a:r>
          </a:p>
          <a:p>
            <a:pPr>
              <a:buNone/>
            </a:pPr>
            <a:r>
              <a:rPr lang="es-MX" sz="1500" dirty="0"/>
              <a:t>Me considero una persona responsable, adaptable y orientada al aprendizaje continuo. Disfruto desarrollar soluciones con código mantenible, una arquitectura sólida y un enfoque en la calidad del software.</a:t>
            </a:r>
          </a:p>
          <a:p>
            <a:pPr>
              <a:buNone/>
            </a:pPr>
            <a:r>
              <a:rPr lang="es-MX" sz="1500" dirty="0"/>
              <a:t>Agradezco el tiempo dedicado a revisar mi perfil y quedo a su disposición para conversar sobre cómo puedo contribuir a los objetivos de su organización.</a:t>
            </a:r>
          </a:p>
          <a:p>
            <a:pPr>
              <a:buNone/>
            </a:pPr>
            <a:r>
              <a:rPr lang="es-MX" sz="1500" b="1" dirty="0"/>
              <a:t>Atentamente,</a:t>
            </a:r>
          </a:p>
          <a:p>
            <a:pPr>
              <a:buNone/>
            </a:pPr>
            <a:endParaRPr lang="es-MX" sz="1500" dirty="0"/>
          </a:p>
          <a:p>
            <a:pPr>
              <a:buNone/>
            </a:pPr>
            <a:endParaRPr lang="es-MX" sz="1500" dirty="0"/>
          </a:p>
          <a:p>
            <a:pPr>
              <a:buNone/>
            </a:pPr>
            <a:r>
              <a:rPr lang="es-MX" sz="1500" b="1" dirty="0"/>
              <a:t>Arturo Juárez Monroy</a:t>
            </a:r>
            <a:endParaRPr lang="es-MX" sz="1500" dirty="0"/>
          </a:p>
          <a:p>
            <a:endParaRPr lang="es-MX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FCD3D8-DDA9-BB7C-7593-A9B1FD67868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168" b="7088"/>
          <a:stretch>
            <a:fillRect/>
          </a:stretch>
        </p:blipFill>
        <p:spPr>
          <a:xfrm>
            <a:off x="9643621" y="226243"/>
            <a:ext cx="1395168" cy="1538904"/>
          </a:xfrm>
          <a:prstGeom prst="ellipse">
            <a:avLst/>
          </a:prstGeom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13084D1-9E76-7171-DB75-062BC9AC358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017" y="6117273"/>
            <a:ext cx="1161800" cy="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Azul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32</TotalTime>
  <Words>272</Words>
  <Application>Microsoft Office PowerPoint</Application>
  <PresentationFormat>Panorámica</PresentationFormat>
  <Paragraphs>15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5</cp:revision>
  <dcterms:created xsi:type="dcterms:W3CDTF">2026-06-27T19:13:31Z</dcterms:created>
  <dcterms:modified xsi:type="dcterms:W3CDTF">2026-06-27T22:55:25Z</dcterms:modified>
</cp:coreProperties>
</file>