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63636"/>
    <a:srgbClr val="20625F"/>
    <a:srgbClr val="236B68"/>
    <a:srgbClr val="0C2423"/>
    <a:srgbClr val="0B2422"/>
    <a:srgbClr val="000000"/>
    <a:srgbClr val="8FB5CD"/>
    <a:srgbClr val="335B74"/>
    <a:srgbClr val="2642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86" autoAdjust="0"/>
    <p:restoredTop sz="94660"/>
  </p:normalViewPr>
  <p:slideViewPr>
    <p:cSldViewPr snapToGrid="0">
      <p:cViewPr varScale="1">
        <p:scale>
          <a:sx n="81" d="100"/>
          <a:sy n="81" d="100"/>
        </p:scale>
        <p:origin x="763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17/07/2026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3780443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17/07/2026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8171761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17/07/2026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0927727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17/07/2026</a:t>
            </a:fld>
            <a:endParaRPr lang="es-MX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9931928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17/07/2026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1167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17/07/2026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1485218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17/07/2026</a:t>
            </a:fld>
            <a:endParaRPr lang="es-MX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620344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17/07/2026</a:t>
            </a:fld>
            <a:endParaRPr lang="es-MX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s-MX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565280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tx1">
              <a:lumMod val="8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4E370992-1CAB-4810-8415-DC9E05727B44}" type="datetimeFigureOut">
              <a:rPr lang="es-MX" smtClean="0"/>
              <a:t>17/07/2026</a:t>
            </a:fld>
            <a:endParaRPr lang="es-MX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s-MX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038781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17/07/2026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1456505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17/07/2026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551132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chemeClr val="bg2">
              <a:lumMod val="60000"/>
              <a:lumOff val="40000"/>
              <a:alpha val="15000"/>
            </a:schemeClr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4E370992-1CAB-4810-8415-DC9E05727B44}" type="datetimeFigureOut">
              <a:rPr lang="es-MX" smtClean="0"/>
              <a:t>17/07/2026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4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2071131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636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BA32856-674E-8C29-17C4-3D21946C98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0133" y="179107"/>
            <a:ext cx="10708848" cy="6499786"/>
          </a:xfrm>
        </p:spPr>
        <p:txBody>
          <a:bodyPr>
            <a:normAutofit fontScale="92500" lnSpcReduction="20000"/>
          </a:bodyPr>
          <a:lstStyle/>
          <a:p>
            <a:pPr>
              <a:buNone/>
            </a:pPr>
            <a:r>
              <a:rPr lang="es-MX" sz="2000" dirty="0">
                <a:latin typeface="Segoe UI Variable Small" pitchFamily="2" charset="0"/>
              </a:rPr>
              <a:t>Pachuca de Soto</a:t>
            </a:r>
            <a:r>
              <a:rPr lang="es-MX" sz="2000">
                <a:latin typeface="Segoe UI Variable Small" pitchFamily="2" charset="0"/>
              </a:rPr>
              <a:t>, Hidalgo.</a:t>
            </a:r>
            <a:endParaRPr lang="es-MX" sz="2000" dirty="0">
              <a:latin typeface="Segoe UI Variable Small" pitchFamily="2" charset="0"/>
            </a:endParaRPr>
          </a:p>
          <a:p>
            <a:pPr>
              <a:buNone/>
            </a:pPr>
            <a:r>
              <a:rPr lang="es-MX" sz="2000" dirty="0">
                <a:latin typeface="Segoe UI Variable Small" pitchFamily="2" charset="0"/>
              </a:rPr>
              <a:t>03 Abril, 2026</a:t>
            </a:r>
            <a:endParaRPr lang="es-MX" dirty="0">
              <a:latin typeface="Segoe UI Variable Small" pitchFamily="2" charset="0"/>
            </a:endParaRPr>
          </a:p>
          <a:p>
            <a:pPr algn="ctr">
              <a:buNone/>
            </a:pPr>
            <a:r>
              <a:rPr lang="es-MX" sz="2000" b="1" dirty="0">
                <a:latin typeface="Segoe UI Variable Small" pitchFamily="2" charset="0"/>
              </a:rPr>
              <a:t>CARTA DE PRESENTACIÓN</a:t>
            </a:r>
          </a:p>
          <a:p>
            <a:pPr algn="ctr">
              <a:buNone/>
            </a:pPr>
            <a:r>
              <a:rPr lang="es-MX" sz="2000" b="1" dirty="0">
                <a:latin typeface="Segoe UI Variable Small" pitchFamily="2" charset="0"/>
              </a:rPr>
              <a:t>Departamento de Recursos Humanos</a:t>
            </a:r>
          </a:p>
          <a:p>
            <a:pPr algn="ctr">
              <a:buNone/>
            </a:pPr>
            <a:endParaRPr lang="es-MX" sz="2000" dirty="0">
              <a:latin typeface="Segoe UI Variable Small" pitchFamily="2" charset="0"/>
            </a:endParaRPr>
          </a:p>
          <a:p>
            <a:pPr>
              <a:buNone/>
            </a:pPr>
            <a:r>
              <a:rPr lang="es-MX" sz="2000" b="1" dirty="0">
                <a:latin typeface="Segoe UI Variable Small" pitchFamily="2" charset="0"/>
              </a:rPr>
              <a:t>Estimado equipo de reclutamiento: </a:t>
            </a:r>
            <a:endParaRPr lang="es-MX" sz="2000" dirty="0">
              <a:latin typeface="Segoe UI Variable Small" pitchFamily="2" charset="0"/>
            </a:endParaRPr>
          </a:p>
          <a:p>
            <a:pPr>
              <a:buNone/>
            </a:pPr>
            <a:r>
              <a:rPr lang="es-MX" sz="2000" dirty="0">
                <a:latin typeface="Segoe UI Variable Small" pitchFamily="2" charset="0"/>
              </a:rPr>
              <a:t>Soy ingeniero de software con experiencia en el desarrollo integral de aplicaciones web, específicamente en el desarrollo </a:t>
            </a:r>
            <a:r>
              <a:rPr lang="es-MX" sz="2000" dirty="0" err="1">
                <a:latin typeface="Segoe UI Variable Small" pitchFamily="2" charset="0"/>
              </a:rPr>
              <a:t>backend</a:t>
            </a:r>
            <a:r>
              <a:rPr lang="es-MX" sz="2000" dirty="0">
                <a:latin typeface="Segoe UI Variable Small" pitchFamily="2" charset="0"/>
              </a:rPr>
              <a:t> utilizando Java, Spring Boot y SQL. Mi experiencia abarca el desarrollo de API REST, la implementación de lógica de negocio, la integración de bases de datos, la creación de paneles de administración y el trabajo con arquitecturas en capas y el patrón MVC. También disfruto realizar desarrollo </a:t>
            </a:r>
            <a:r>
              <a:rPr lang="es-MX" sz="2000" dirty="0" err="1">
                <a:latin typeface="Segoe UI Variable Small" pitchFamily="2" charset="0"/>
              </a:rPr>
              <a:t>frontend</a:t>
            </a:r>
            <a:r>
              <a:rPr lang="es-MX" sz="2000" dirty="0">
                <a:latin typeface="Segoe UI Variable Small" pitchFamily="2" charset="0"/>
              </a:rPr>
              <a:t> con </a:t>
            </a:r>
            <a:r>
              <a:rPr lang="es-MX" sz="2000" dirty="0" err="1">
                <a:latin typeface="Segoe UI Variable Small" pitchFamily="2" charset="0"/>
              </a:rPr>
              <a:t>React</a:t>
            </a:r>
            <a:r>
              <a:rPr lang="es-MX" sz="2000" dirty="0">
                <a:latin typeface="Segoe UI Variable Small" pitchFamily="2" charset="0"/>
              </a:rPr>
              <a:t>, Angular y Tailwind. </a:t>
            </a:r>
          </a:p>
          <a:p>
            <a:pPr>
              <a:buNone/>
            </a:pPr>
            <a:r>
              <a:rPr lang="es-MX" sz="2000" dirty="0">
                <a:latin typeface="Segoe UI Variable Small" pitchFamily="2" charset="0"/>
              </a:rPr>
              <a:t>Me considero una persona responsable, creativa y comprometida con el aprendizaje continuo. Disfruto diseñar y desarrollar soluciones con código mantenible, una arquitectura sólida y un enfoque constante en la calidad del software.</a:t>
            </a:r>
          </a:p>
          <a:p>
            <a:pPr>
              <a:buNone/>
            </a:pPr>
            <a:r>
              <a:rPr lang="es-MX" sz="2000" dirty="0">
                <a:latin typeface="Segoe UI Variable Small" pitchFamily="2" charset="0"/>
              </a:rPr>
              <a:t>Agradezco el tiempo dedicado a revisar mi perfil y quedo a su disposición para conversar sobre cómo puedo contribuir al cumplimiento de los objetivos de su organización.</a:t>
            </a:r>
          </a:p>
          <a:p>
            <a:pPr>
              <a:buNone/>
            </a:pPr>
            <a:endParaRPr lang="es-MX" sz="2000" dirty="0">
              <a:latin typeface="Segoe UI Variable Small" pitchFamily="2" charset="0"/>
            </a:endParaRPr>
          </a:p>
          <a:p>
            <a:pPr>
              <a:buNone/>
            </a:pPr>
            <a:r>
              <a:rPr lang="es-MX" sz="2000" dirty="0">
                <a:latin typeface="Segoe UI Variable Small" pitchFamily="2" charset="0"/>
              </a:rPr>
              <a:t>Atentamente,</a:t>
            </a:r>
          </a:p>
          <a:p>
            <a:pPr>
              <a:buNone/>
            </a:pPr>
            <a:r>
              <a:rPr lang="es-MX" sz="2000" b="1" dirty="0">
                <a:latin typeface="Segoe UI Variable Small" pitchFamily="2" charset="0"/>
              </a:rPr>
              <a:t>		</a:t>
            </a:r>
            <a:r>
              <a:rPr lang="es-MX" sz="2000" dirty="0">
                <a:latin typeface="Segoe UI Variable Small" pitchFamily="2" charset="0"/>
              </a:rPr>
              <a:t>Arturo Juárez Monroy </a:t>
            </a:r>
          </a:p>
          <a:p>
            <a:endParaRPr lang="es-MX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24FCD3D8-DDA9-BB7C-7593-A9B1FD67868D}"/>
              </a:ext>
            </a:extLst>
          </p:cNvPr>
          <p:cNvPicPr>
            <a:picLocks noChangeAspect="1"/>
          </p:cNvPicPr>
          <p:nvPr/>
        </p:nvPicPr>
        <p:blipFill>
          <a:blip r:embed="rId2">
            <a:grayscl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079" r="1079"/>
          <a:stretch/>
        </p:blipFill>
        <p:spPr>
          <a:xfrm>
            <a:off x="9540463" y="179107"/>
            <a:ext cx="1548000" cy="1617379"/>
          </a:xfrm>
          <a:prstGeom prst="ellipse">
            <a:avLst/>
          </a:prstGeom>
          <a:noFill/>
          <a:ln w="12700">
            <a:solidFill>
              <a:schemeClr val="tx1">
                <a:lumMod val="75000"/>
              </a:schemeClr>
            </a:solidFill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68024414"/>
      </p:ext>
    </p:extLst>
  </p:cSld>
  <p:clrMapOvr>
    <a:masterClrMapping/>
  </p:clrMapOvr>
</p:sld>
</file>

<file path=ppt/theme/theme1.xml><?xml version="1.0" encoding="utf-8"?>
<a:theme xmlns:a="http://schemas.openxmlformats.org/drawingml/2006/main" name="Paquete">
  <a:themeElements>
    <a:clrScheme name="Personalizado 1">
      <a:dk1>
        <a:sysClr val="windowText" lastClr="000000"/>
      </a:dk1>
      <a:lt1>
        <a:sysClr val="window" lastClr="FFFFFF"/>
      </a:lt1>
      <a:dk2>
        <a:srgbClr val="455F51"/>
      </a:dk2>
      <a:lt2>
        <a:srgbClr val="E3DED1"/>
      </a:lt2>
      <a:accent1>
        <a:srgbClr val="3E9A68"/>
      </a:accent1>
      <a:accent2>
        <a:srgbClr val="3E9A68"/>
      </a:accent2>
      <a:accent3>
        <a:srgbClr val="C0CF3A"/>
      </a:accent3>
      <a:accent4>
        <a:srgbClr val="029676"/>
      </a:accent4>
      <a:accent5>
        <a:srgbClr val="4AB5C4"/>
      </a:accent5>
      <a:accent6>
        <a:srgbClr val="0989B1"/>
      </a:accent6>
      <a:hlink>
        <a:srgbClr val="3E9A68"/>
      </a:hlink>
      <a:folHlink>
        <a:srgbClr val="BA6906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quet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0BDC4BB7-8AF9-46FD-8C32-AB93AC9C410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TM10001115[[fn=Paquete]]</Template>
  <TotalTime>73</TotalTime>
  <Words>173</Words>
  <Application>Microsoft Office PowerPoint</Application>
  <PresentationFormat>Panorámica</PresentationFormat>
  <Paragraphs>12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5" baseType="lpstr">
      <vt:lpstr>Arial</vt:lpstr>
      <vt:lpstr>Century Gothic</vt:lpstr>
      <vt:lpstr>Segoe UI Variable Small</vt:lpstr>
      <vt:lpstr>Paquete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Arturo Juárez</dc:creator>
  <cp:lastModifiedBy>Arturo Juárez</cp:lastModifiedBy>
  <cp:revision>21</cp:revision>
  <dcterms:created xsi:type="dcterms:W3CDTF">2026-06-27T19:13:31Z</dcterms:created>
  <dcterms:modified xsi:type="dcterms:W3CDTF">2026-07-18T01:27:28Z</dcterms:modified>
</cp:coreProperties>
</file>