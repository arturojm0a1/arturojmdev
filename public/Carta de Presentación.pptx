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625F"/>
    <a:srgbClr val="236B68"/>
    <a:srgbClr val="0C2423"/>
    <a:srgbClr val="0B2422"/>
    <a:srgbClr val="000000"/>
    <a:srgbClr val="8FB5CD"/>
    <a:srgbClr val="335B74"/>
    <a:srgbClr val="2642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4660"/>
  </p:normalViewPr>
  <p:slideViewPr>
    <p:cSldViewPr snapToGrid="0">
      <p:cViewPr varScale="1">
        <p:scale>
          <a:sx n="81" d="100"/>
          <a:sy n="81" d="100"/>
        </p:scale>
        <p:origin x="76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70992-1CAB-4810-8415-DC9E05727B44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CA2E-30AD-4E71-8BA9-F88762CA5E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8044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70992-1CAB-4810-8415-DC9E05727B44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CA2E-30AD-4E71-8BA9-F88762CA5E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7176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70992-1CAB-4810-8415-DC9E05727B44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CA2E-30AD-4E71-8BA9-F88762CA5E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2772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70992-1CAB-4810-8415-DC9E05727B44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CA2E-30AD-4E71-8BA9-F88762CA5E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3192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70992-1CAB-4810-8415-DC9E05727B44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CA2E-30AD-4E71-8BA9-F88762CA5E4C}" type="slidenum">
              <a:rPr lang="es-MX" smtClean="0"/>
              <a:t>‹Nº›</a:t>
            </a:fld>
            <a:endParaRPr lang="es-MX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167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70992-1CAB-4810-8415-DC9E05727B44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CA2E-30AD-4E71-8BA9-F88762CA5E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8521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70992-1CAB-4810-8415-DC9E05727B44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CA2E-30AD-4E71-8BA9-F88762CA5E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203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70992-1CAB-4810-8415-DC9E05727B44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MX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CA2E-30AD-4E71-8BA9-F88762CA5E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6528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E370992-1CAB-4810-8415-DC9E05727B44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MX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CA2E-30AD-4E71-8BA9-F88762CA5E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38781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70992-1CAB-4810-8415-DC9E05727B44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CA2E-30AD-4E71-8BA9-F88762CA5E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565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70992-1CAB-4810-8415-DC9E05727B44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CA2E-30AD-4E71-8BA9-F88762CA5E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5113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E370992-1CAB-4810-8415-DC9E05727B44}" type="datetimeFigureOut">
              <a:rPr lang="es-MX" smtClean="0"/>
              <a:t>28/06/2026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A74CA2E-30AD-4E71-8BA9-F88762CA5E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07113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A32856-674E-8C29-17C4-3D21946C9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133" y="1"/>
            <a:ext cx="10708848" cy="70013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s-MX" sz="1200" dirty="0">
                <a:latin typeface="Sitka Small" pitchFamily="2" charset="0"/>
              </a:rPr>
              <a:t>Pachuca de Soto, Hidalgo, México </a:t>
            </a:r>
          </a:p>
          <a:p>
            <a:pPr>
              <a:buNone/>
            </a:pPr>
            <a:r>
              <a:rPr lang="es-MX" sz="1200" dirty="0">
                <a:latin typeface="Sitka Small" pitchFamily="2" charset="0"/>
              </a:rPr>
              <a:t>03 Abril, 2026</a:t>
            </a:r>
            <a:endParaRPr lang="es-MX" sz="1100" dirty="0">
              <a:latin typeface="Sitka Small" pitchFamily="2" charset="0"/>
            </a:endParaRPr>
          </a:p>
          <a:p>
            <a:pPr algn="ctr">
              <a:buNone/>
            </a:pPr>
            <a:r>
              <a:rPr lang="es-MX" sz="1500" b="1" dirty="0">
                <a:latin typeface="Sitka Small" pitchFamily="2" charset="0"/>
              </a:rPr>
              <a:t>CARTA DE PRESENTACIÓN</a:t>
            </a:r>
          </a:p>
          <a:p>
            <a:pPr algn="ctr">
              <a:buNone/>
            </a:pPr>
            <a:r>
              <a:rPr lang="es-MX" sz="1500" b="1" dirty="0">
                <a:latin typeface="Sitka Small" pitchFamily="2" charset="0"/>
              </a:rPr>
              <a:t>Departamento de Recursos Humanos</a:t>
            </a:r>
          </a:p>
          <a:p>
            <a:pPr algn="ctr">
              <a:buNone/>
            </a:pPr>
            <a:endParaRPr lang="es-MX" sz="1500" dirty="0">
              <a:latin typeface="Sitka Small" pitchFamily="2" charset="0"/>
            </a:endParaRPr>
          </a:p>
          <a:p>
            <a:pPr>
              <a:buNone/>
            </a:pPr>
            <a:r>
              <a:rPr lang="es-MX" sz="1500" b="1" dirty="0">
                <a:latin typeface="Sitka Small" pitchFamily="2" charset="0"/>
              </a:rPr>
              <a:t>Estimado equipo de reclutamiento: </a:t>
            </a:r>
            <a:endParaRPr lang="es-MX" sz="1500" dirty="0">
              <a:latin typeface="Sitka Small" pitchFamily="2" charset="0"/>
            </a:endParaRPr>
          </a:p>
          <a:p>
            <a:pPr>
              <a:buNone/>
            </a:pPr>
            <a:r>
              <a:rPr lang="es-MX" sz="1500" dirty="0">
                <a:latin typeface="Sitka Small" pitchFamily="2" charset="0"/>
              </a:rPr>
              <a:t>Soy ingeniero de software con experiencia en el desarrollo integral de aplicaciones web, específicamente en el desarrollo </a:t>
            </a:r>
            <a:r>
              <a:rPr lang="es-MX" sz="1500" dirty="0" err="1">
                <a:latin typeface="Sitka Small" pitchFamily="2" charset="0"/>
              </a:rPr>
              <a:t>backend</a:t>
            </a:r>
            <a:r>
              <a:rPr lang="es-MX" sz="1500" dirty="0">
                <a:latin typeface="Sitka Small" pitchFamily="2" charset="0"/>
              </a:rPr>
              <a:t> utilizando Java, Spring Boot y SQL. Mi experiencia abarca el desarrollo de API REST, la implementación de lógica de negocio, la integración de bases de datos, la creación de paneles de administración y el trabajo con arquitecturas en capas y el patrón MVC. También disfruto realizar desarrollo </a:t>
            </a:r>
            <a:r>
              <a:rPr lang="es-MX" sz="1500" dirty="0" err="1">
                <a:latin typeface="Sitka Small" pitchFamily="2" charset="0"/>
              </a:rPr>
              <a:t>frontend</a:t>
            </a:r>
            <a:r>
              <a:rPr lang="es-MX" sz="1500" dirty="0">
                <a:latin typeface="Sitka Small" pitchFamily="2" charset="0"/>
              </a:rPr>
              <a:t> con </a:t>
            </a:r>
            <a:r>
              <a:rPr lang="es-MX" sz="1500" dirty="0" err="1">
                <a:latin typeface="Sitka Small" pitchFamily="2" charset="0"/>
              </a:rPr>
              <a:t>React</a:t>
            </a:r>
            <a:r>
              <a:rPr lang="es-MX" sz="1500" dirty="0">
                <a:latin typeface="Sitka Small" pitchFamily="2" charset="0"/>
              </a:rPr>
              <a:t>, Angular y Tailwind. </a:t>
            </a:r>
          </a:p>
          <a:p>
            <a:pPr>
              <a:buNone/>
            </a:pPr>
            <a:r>
              <a:rPr lang="es-MX" sz="1500" dirty="0">
                <a:latin typeface="Sitka Small" pitchFamily="2" charset="0"/>
              </a:rPr>
              <a:t>He colaborado en proyectos de sectores público, privado y financiero, aplicando buenas prácticas de desarrollo y utilizando Git para el control de versiones y la gestión colaborativa del código.</a:t>
            </a:r>
          </a:p>
          <a:p>
            <a:pPr>
              <a:buNone/>
            </a:pPr>
            <a:r>
              <a:rPr lang="es-MX" sz="1500" dirty="0">
                <a:latin typeface="Sitka Small" pitchFamily="2" charset="0"/>
              </a:rPr>
              <a:t>De forma paralela, desarrollo proyectos personales con el objetivo de seguir aprendiendo nuevas tecnologías y fortalecer mis conocimientos en desarrollo de software, arquitectura de aplicaciones y resolución de problemas. Entre ellos destaca “Starlight: No </a:t>
            </a:r>
            <a:r>
              <a:rPr lang="es-MX" sz="1500" dirty="0" err="1">
                <a:latin typeface="Sitka Small" pitchFamily="2" charset="0"/>
              </a:rPr>
              <a:t>Return</a:t>
            </a:r>
            <a:r>
              <a:rPr lang="es-MX" sz="1500" dirty="0">
                <a:latin typeface="Sitka Small" pitchFamily="2" charset="0"/>
              </a:rPr>
              <a:t>”, un videojuego arcade para navegador desarrollado con JavaScript ES6, </a:t>
            </a:r>
            <a:r>
              <a:rPr lang="es-MX" sz="1500" dirty="0" err="1">
                <a:latin typeface="Sitka Small" pitchFamily="2" charset="0"/>
              </a:rPr>
              <a:t>Canvas</a:t>
            </a:r>
            <a:r>
              <a:rPr lang="es-MX" sz="1500" dirty="0">
                <a:latin typeface="Sitka Small" pitchFamily="2" charset="0"/>
              </a:rPr>
              <a:t> 2D, CSS3 y Web Audio API.</a:t>
            </a:r>
          </a:p>
          <a:p>
            <a:pPr>
              <a:buNone/>
            </a:pPr>
            <a:r>
              <a:rPr lang="es-MX" sz="1500" dirty="0">
                <a:latin typeface="Sitka Small" pitchFamily="2" charset="0"/>
              </a:rPr>
              <a:t>Me considero una persona responsable, creativa y comprometida con el aprendizaje continuo. Disfruto diseñar y desarrollar soluciones con código mantenible, una arquitectura sólida y un enfoque constante en la calidad del software.</a:t>
            </a:r>
          </a:p>
          <a:p>
            <a:pPr>
              <a:buNone/>
            </a:pPr>
            <a:r>
              <a:rPr lang="es-MX" sz="1500" dirty="0">
                <a:latin typeface="Sitka Small" pitchFamily="2" charset="0"/>
              </a:rPr>
              <a:t>Agradezco el tiempo dedicado a revisar mi perfil y quedo a su disposición para conversar sobre cómo puedo contribuir al cumplimiento de los objetivos de su organización.</a:t>
            </a:r>
          </a:p>
          <a:p>
            <a:pPr>
              <a:buNone/>
            </a:pPr>
            <a:endParaRPr lang="es-MX" sz="1500" dirty="0">
              <a:latin typeface="Sitka Small" pitchFamily="2" charset="0"/>
            </a:endParaRPr>
          </a:p>
          <a:p>
            <a:pPr>
              <a:buNone/>
            </a:pPr>
            <a:r>
              <a:rPr lang="es-MX" sz="1500" dirty="0">
                <a:latin typeface="Sitka Small" pitchFamily="2" charset="0"/>
              </a:rPr>
              <a:t>Atentamente,</a:t>
            </a:r>
          </a:p>
          <a:p>
            <a:pPr>
              <a:buNone/>
            </a:pPr>
            <a:r>
              <a:rPr lang="es-MX" sz="1500" b="1" dirty="0">
                <a:latin typeface="Sitka Small" pitchFamily="2" charset="0"/>
              </a:rPr>
              <a:t>		</a:t>
            </a:r>
            <a:r>
              <a:rPr lang="es-MX" sz="1500" dirty="0">
                <a:latin typeface="Sitka Small" pitchFamily="2" charset="0"/>
              </a:rPr>
              <a:t>Arturo Juárez Monroy</a:t>
            </a:r>
          </a:p>
          <a:p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4FCD3D8-DDA9-BB7C-7593-A9B1FD67868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168" b="11138"/>
          <a:stretch>
            <a:fillRect/>
          </a:stretch>
        </p:blipFill>
        <p:spPr>
          <a:xfrm>
            <a:off x="9657421" y="179107"/>
            <a:ext cx="1548000" cy="1617379"/>
          </a:xfrm>
          <a:prstGeom prst="ellipse">
            <a:avLst/>
          </a:prstGeom>
          <a:noFill/>
          <a:ln w="12700">
            <a:solidFill>
              <a:srgbClr val="20625F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8024414"/>
      </p:ext>
    </p:extLst>
  </p:cSld>
  <p:clrMapOvr>
    <a:masterClrMapping/>
  </p:clrMapOvr>
</p:sld>
</file>

<file path=ppt/theme/theme1.xml><?xml version="1.0" encoding="utf-8"?>
<a:theme xmlns:a="http://schemas.openxmlformats.org/drawingml/2006/main" name="Paquete">
  <a:themeElements>
    <a:clrScheme name="Personalizado 1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3E9A68"/>
      </a:accent1>
      <a:accent2>
        <a:srgbClr val="3E9A68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3E9A68"/>
      </a:hlink>
      <a:folHlink>
        <a:srgbClr val="BA6906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que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TM10001115[[fn=Paquete]]</Template>
  <TotalTime>64</TotalTime>
  <Words>266</Words>
  <Application>Microsoft Office PowerPoint</Application>
  <PresentationFormat>Panorámica</PresentationFormat>
  <Paragraphs>14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Sitka Small</vt:lpstr>
      <vt:lpstr>Paquete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Arturo Juárez</dc:creator>
  <cp:lastModifiedBy>Arturo Juárez</cp:lastModifiedBy>
  <cp:revision>15</cp:revision>
  <dcterms:created xsi:type="dcterms:W3CDTF">2026-06-27T19:13:31Z</dcterms:created>
  <dcterms:modified xsi:type="dcterms:W3CDTF">2026-06-28T11:19:11Z</dcterms:modified>
</cp:coreProperties>
</file>