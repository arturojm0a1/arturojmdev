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sldIdLst>
    <p:sldId id="257" r:id="rId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86" autoAdjust="0"/>
    <p:restoredTop sz="94660"/>
  </p:normalViewPr>
  <p:slideViewPr>
    <p:cSldViewPr snapToGrid="0">
      <p:cViewPr varScale="1">
        <p:scale>
          <a:sx n="81" d="100"/>
          <a:sy n="81" d="100"/>
        </p:scale>
        <p:origin x="763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370992-1CAB-4810-8415-DC9E05727B44}" type="datetimeFigureOut">
              <a:rPr lang="es-MX" smtClean="0"/>
              <a:t>27/06/2026</a:t>
            </a:fld>
            <a:endParaRPr lang="es-MX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74CA2E-30AD-4E71-8BA9-F88762CA5E4C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3780443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370992-1CAB-4810-8415-DC9E05727B44}" type="datetimeFigureOut">
              <a:rPr lang="es-MX" smtClean="0"/>
              <a:t>27/06/2026</a:t>
            </a:fld>
            <a:endParaRPr lang="es-MX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74CA2E-30AD-4E71-8BA9-F88762CA5E4C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8171761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95194" y="4352465"/>
            <a:ext cx="6801612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370992-1CAB-4810-8415-DC9E05727B44}" type="datetimeFigureOut">
              <a:rPr lang="es-MX" smtClean="0"/>
              <a:t>27/06/2026</a:t>
            </a:fld>
            <a:endParaRPr lang="es-MX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74CA2E-30AD-4E71-8BA9-F88762CA5E4C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0927727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81912" y="2638044"/>
            <a:ext cx="4271771" cy="3101982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38315" y="2638044"/>
            <a:ext cx="4270247" cy="3101982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370992-1CAB-4810-8415-DC9E05727B44}" type="datetimeFigureOut">
              <a:rPr lang="es-MX" smtClean="0"/>
              <a:t>27/06/2026</a:t>
            </a:fld>
            <a:endParaRPr lang="es-MX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74CA2E-30AD-4E71-8BA9-F88762CA5E4C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9931928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436" y="3143250"/>
            <a:ext cx="4270248" cy="2596776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253484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831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370992-1CAB-4810-8415-DC9E05727B44}" type="datetimeFigureOut">
              <a:rPr lang="es-MX" smtClean="0"/>
              <a:t>27/06/2026</a:t>
            </a:fld>
            <a:endParaRPr lang="es-MX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74CA2E-30AD-4E71-8BA9-F88762CA5E4C}" type="slidenum">
              <a:rPr lang="es-MX" smtClean="0"/>
              <a:t>‹Nº›</a:t>
            </a:fld>
            <a:endParaRPr lang="es-MX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1167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370992-1CAB-4810-8415-DC9E05727B44}" type="datetimeFigureOut">
              <a:rPr lang="es-MX" smtClean="0"/>
              <a:t>27/06/2026</a:t>
            </a:fld>
            <a:endParaRPr lang="es-MX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74CA2E-30AD-4E71-8BA9-F88762CA5E4C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1485218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370992-1CAB-4810-8415-DC9E05727B44}" type="datetimeFigureOut">
              <a:rPr lang="es-MX" smtClean="0"/>
              <a:t>27/06/2026</a:t>
            </a:fld>
            <a:endParaRPr lang="es-MX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74CA2E-30AD-4E71-8BA9-F88762CA5E4C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4620344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370992-1CAB-4810-8415-DC9E05727B44}" type="datetimeFigureOut">
              <a:rPr lang="es-MX" smtClean="0"/>
              <a:t>27/06/2026</a:t>
            </a:fld>
            <a:endParaRPr lang="es-MX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s-MX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74CA2E-30AD-4E71-8BA9-F88762CA5E4C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95652802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tx1">
              <a:lumMod val="8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>
                    <a:lumMod val="85000"/>
                    <a:lumOff val="1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4E370992-1CAB-4810-8415-DC9E05727B44}" type="datetimeFigureOut">
              <a:rPr lang="es-MX" smtClean="0"/>
              <a:t>27/06/2026</a:t>
            </a:fld>
            <a:endParaRPr lang="es-MX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s-MX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74CA2E-30AD-4E71-8BA9-F88762CA5E4C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50387819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370992-1CAB-4810-8415-DC9E05727B44}" type="datetimeFigureOut">
              <a:rPr lang="es-MX" smtClean="0"/>
              <a:t>27/06/2026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74CA2E-30AD-4E71-8BA9-F88762CA5E4C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41456505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370992-1CAB-4810-8415-DC9E05727B44}" type="datetimeFigureOut">
              <a:rPr lang="es-MX" smtClean="0"/>
              <a:t>27/06/2026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74CA2E-30AD-4E71-8BA9-F88762CA5E4C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4551132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2231136" y="964692"/>
            <a:ext cx="7729728" cy="1188720"/>
          </a:xfrm>
          <a:prstGeom prst="rect">
            <a:avLst/>
          </a:prstGeom>
          <a:solidFill>
            <a:schemeClr val="bg2">
              <a:lumMod val="60000"/>
              <a:lumOff val="40000"/>
              <a:alpha val="15000"/>
            </a:schemeClr>
          </a:solidFill>
          <a:ln w="31750" cap="sq">
            <a:solidFill>
              <a:schemeClr val="tx1">
                <a:lumMod val="75000"/>
                <a:lumOff val="25000"/>
              </a:schemeClr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4E370992-1CAB-4810-8415-DC9E05727B44}" type="datetimeFigureOut">
              <a:rPr lang="es-MX" smtClean="0"/>
              <a:t>27/06/2026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4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100" spc="0" baseline="0">
                <a:solidFill>
                  <a:srgbClr val="FFFFFF"/>
                </a:solidFill>
              </a:defRPr>
            </a:lvl1pPr>
          </a:lstStyle>
          <a:p>
            <a:fld id="{BA74CA2E-30AD-4E71-8BA9-F88762CA5E4C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82071131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800" kern="1200" cap="all" spc="200" baseline="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286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431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82775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microsoft.com/office/2007/relationships/hdphoto" Target="../media/hdphoto2.wdp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BA32856-674E-8C29-17C4-3D21946C98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3120"/>
            <a:ext cx="10515600" cy="6744880"/>
          </a:xfrm>
        </p:spPr>
        <p:txBody>
          <a:bodyPr>
            <a:normAutofit fontScale="92500" lnSpcReduction="10000"/>
          </a:bodyPr>
          <a:lstStyle/>
          <a:p>
            <a:pPr>
              <a:buNone/>
            </a:pPr>
            <a:r>
              <a:rPr lang="es-MX" sz="1200" dirty="0"/>
              <a:t>Pachuca de Soto, Hidalgo, México </a:t>
            </a:r>
          </a:p>
          <a:p>
            <a:pPr>
              <a:buNone/>
            </a:pPr>
            <a:r>
              <a:rPr lang="es-MX" sz="1200" dirty="0"/>
              <a:t>05 Abril, 2026</a:t>
            </a:r>
            <a:endParaRPr lang="es-MX" sz="1100" dirty="0"/>
          </a:p>
          <a:p>
            <a:pPr algn="ctr">
              <a:buNone/>
            </a:pPr>
            <a:r>
              <a:rPr lang="es-MX" sz="1500" b="1" dirty="0"/>
              <a:t>CARTA DE PRESENTACIÓN</a:t>
            </a:r>
          </a:p>
          <a:p>
            <a:pPr algn="ctr">
              <a:buNone/>
            </a:pPr>
            <a:r>
              <a:rPr lang="es-MX" sz="1500" b="1" dirty="0"/>
              <a:t>Departamento de Recursos Humanos</a:t>
            </a:r>
          </a:p>
          <a:p>
            <a:pPr algn="ctr">
              <a:buNone/>
            </a:pPr>
            <a:endParaRPr lang="es-MX" sz="1500" dirty="0"/>
          </a:p>
          <a:p>
            <a:pPr>
              <a:buNone/>
            </a:pPr>
            <a:r>
              <a:rPr lang="es-MX" sz="1500" b="1" dirty="0"/>
              <a:t>Estimado equipo de reclutamiento: </a:t>
            </a:r>
            <a:endParaRPr lang="es-MX" sz="1500" dirty="0"/>
          </a:p>
          <a:p>
            <a:pPr>
              <a:buNone/>
            </a:pPr>
            <a:r>
              <a:rPr lang="es-MX" sz="1500" dirty="0"/>
              <a:t>Soy Ingeniero en Software con experiencia en el desarrollo de aplicaciones web de principio a fin, con un enfoque en el desarrollo </a:t>
            </a:r>
            <a:r>
              <a:rPr lang="es-MX" sz="1500" dirty="0" err="1"/>
              <a:t>backend</a:t>
            </a:r>
            <a:r>
              <a:rPr lang="es-MX" sz="1500" dirty="0"/>
              <a:t> utilizando Java, Spring Boot y bases de datos SQL. He trabajado en el desarrollo de </a:t>
            </a:r>
            <a:r>
              <a:rPr lang="es-MX" sz="1500" dirty="0" err="1"/>
              <a:t>APIs</a:t>
            </a:r>
            <a:r>
              <a:rPr lang="es-MX" sz="1500" dirty="0"/>
              <a:t> REST, lógica de negocio, integración con bases de datos y paneles administrativos, además de participar en el desarrollo de interfaces cuando el proyecto lo requiere.</a:t>
            </a:r>
          </a:p>
          <a:p>
            <a:pPr>
              <a:buNone/>
            </a:pPr>
            <a:r>
              <a:rPr lang="es-MX" sz="1500" dirty="0"/>
              <a:t>He participado en proyectos del sector público, privado y financiero. En mi experiencia más reciente colaboré en un entorno financiero desarrollando servicios </a:t>
            </a:r>
            <a:r>
              <a:rPr lang="es-MX" sz="1500" dirty="0" err="1"/>
              <a:t>backend</a:t>
            </a:r>
            <a:r>
              <a:rPr lang="es-MX" sz="1500" dirty="0"/>
              <a:t> con Java, Spring Boot, </a:t>
            </a:r>
            <a:r>
              <a:rPr lang="es-MX" sz="1500" dirty="0" err="1"/>
              <a:t>Hibernate</a:t>
            </a:r>
            <a:r>
              <a:rPr lang="es-MX" sz="1500" dirty="0"/>
              <a:t>, Oracle y PL/SQL, siguiendo una arquitectura por capas y metodologías Scrum. También estoy familiarizado con el uso de Git como herramienta de control de versiones.</a:t>
            </a:r>
          </a:p>
          <a:p>
            <a:pPr>
              <a:buNone/>
            </a:pPr>
            <a:r>
              <a:rPr lang="es-MX" sz="1500" dirty="0"/>
              <a:t>Además, desarrollo proyectos personales para seguir aprendiendo nuevas tecnologías y fortalecer mis habilidades en desarrollo de software, arquitectura de aplicaciones y resolución de problemas, como Starlight: No </a:t>
            </a:r>
            <a:r>
              <a:rPr lang="es-MX" sz="1500" dirty="0" err="1"/>
              <a:t>Return</a:t>
            </a:r>
            <a:r>
              <a:rPr lang="es-MX" sz="1500" dirty="0"/>
              <a:t>, un videojuego arcade para navegador desarrollado con JavaScript ES6, </a:t>
            </a:r>
            <a:r>
              <a:rPr lang="es-MX" sz="1500" dirty="0" err="1"/>
              <a:t>Canvas</a:t>
            </a:r>
            <a:r>
              <a:rPr lang="es-MX" sz="1500" dirty="0"/>
              <a:t> 2D, CSS3 y Web Audio API.</a:t>
            </a:r>
          </a:p>
          <a:p>
            <a:pPr>
              <a:buNone/>
            </a:pPr>
            <a:r>
              <a:rPr lang="es-MX" sz="1500" dirty="0"/>
              <a:t>Me considero una persona responsable, adaptable y orientada al aprendizaje continuo. Disfruto desarrollar soluciones con código mantenible, una arquitectura sólida y un enfoque en la calidad del software.</a:t>
            </a:r>
          </a:p>
          <a:p>
            <a:pPr>
              <a:buNone/>
            </a:pPr>
            <a:r>
              <a:rPr lang="es-MX" sz="1500" dirty="0"/>
              <a:t>Agradezco el tiempo dedicado a revisar mi perfil y quedo a su disposición para conversar sobre cómo puedo contribuir a los objetivos de su organización.</a:t>
            </a:r>
          </a:p>
          <a:p>
            <a:pPr>
              <a:buNone/>
            </a:pPr>
            <a:endParaRPr lang="es-MX" sz="1500" dirty="0"/>
          </a:p>
          <a:p>
            <a:pPr>
              <a:buNone/>
            </a:pPr>
            <a:r>
              <a:rPr lang="es-MX" sz="1500" dirty="0"/>
              <a:t>Atentamente,</a:t>
            </a:r>
          </a:p>
          <a:p>
            <a:pPr>
              <a:buNone/>
            </a:pPr>
            <a:r>
              <a:rPr lang="es-MX" sz="1500" b="1" dirty="0"/>
              <a:t>		</a:t>
            </a:r>
            <a:r>
              <a:rPr lang="es-MX" sz="1500" dirty="0"/>
              <a:t>Arturo Juárez Monroy</a:t>
            </a:r>
          </a:p>
          <a:p>
            <a:endParaRPr lang="es-MX" dirty="0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24FCD3D8-DDA9-BB7C-7593-A9B1FD67868D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16168" b="7088"/>
          <a:stretch>
            <a:fillRect/>
          </a:stretch>
        </p:blipFill>
        <p:spPr>
          <a:xfrm>
            <a:off x="9643621" y="226243"/>
            <a:ext cx="1395168" cy="1538904"/>
          </a:xfrm>
          <a:prstGeom prst="ellipse">
            <a:avLst/>
          </a:prstGeom>
          <a:ln>
            <a:noFill/>
          </a:ln>
          <a:effectLst>
            <a:outerShdw blurRad="76200" dir="18900000" sy="23000" kx="-1200000" algn="bl" rotWithShape="0">
              <a:prstClr val="black">
                <a:alpha val="20000"/>
              </a:prstClr>
            </a:outerShdw>
          </a:effectLst>
          <a:scene3d>
            <a:camera prst="orthographicFront">
              <a:rot lat="0" lon="0" rev="0"/>
            </a:camera>
            <a:lightRig rig="soft" dir="t">
              <a:rot lat="0" lon="0" rev="0"/>
            </a:lightRig>
          </a:scene3d>
          <a:sp3d contourW="44450" prstMaterial="matte">
            <a:bevelT w="63500" h="63500" prst="artDeco"/>
            <a:contourClr>
              <a:srgbClr val="FFFFFF"/>
            </a:contourClr>
          </a:sp3d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213084D1-9E76-7171-DB75-062BC9AC3583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Photocopy/>
                    </a14:imgEffect>
                    <a14:imgEffect>
                      <a14:brightnessContrast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54576" y="6013579"/>
            <a:ext cx="1161800" cy="6276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8024414"/>
      </p:ext>
    </p:extLst>
  </p:cSld>
  <p:clrMapOvr>
    <a:masterClrMapping/>
  </p:clrMapOvr>
</p:sld>
</file>

<file path=ppt/theme/theme1.xml><?xml version="1.0" encoding="utf-8"?>
<a:theme xmlns:a="http://schemas.openxmlformats.org/drawingml/2006/main" name="Paquete">
  <a:themeElements>
    <a:clrScheme name="Azul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Century Gothic">
      <a:maj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aquete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0BDC4BB7-8AF9-46FD-8C32-AB93AC9C410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TM10001115[[fn=Paquete]]</Template>
  <TotalTime>33</TotalTime>
  <Words>274</Words>
  <Application>Microsoft Office PowerPoint</Application>
  <PresentationFormat>Panorámica</PresentationFormat>
  <Paragraphs>14</Paragraphs>
  <Slides>1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</vt:i4>
      </vt:variant>
    </vt:vector>
  </HeadingPairs>
  <TitlesOfParts>
    <vt:vector size="4" baseType="lpstr">
      <vt:lpstr>Arial</vt:lpstr>
      <vt:lpstr>Century Gothic</vt:lpstr>
      <vt:lpstr>Paquete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Arturo Juárez</dc:creator>
  <cp:lastModifiedBy>Arturo Juárez</cp:lastModifiedBy>
  <cp:revision>8</cp:revision>
  <dcterms:created xsi:type="dcterms:W3CDTF">2026-06-27T19:13:31Z</dcterms:created>
  <dcterms:modified xsi:type="dcterms:W3CDTF">2026-06-28T05:57:47Z</dcterms:modified>
</cp:coreProperties>
</file>