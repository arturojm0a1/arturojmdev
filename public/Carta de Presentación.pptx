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5858"/>
    <a:srgbClr val="383838"/>
    <a:srgbClr val="363636"/>
    <a:srgbClr val="20625F"/>
    <a:srgbClr val="236B68"/>
    <a:srgbClr val="0C2423"/>
    <a:srgbClr val="0B2422"/>
    <a:srgbClr val="000000"/>
    <a:srgbClr val="8FB5CD"/>
    <a:srgbClr val="335B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81" d="100"/>
          <a:sy n="81" d="100"/>
        </p:scale>
        <p:origin x="763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17/07/2026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133" y="179107"/>
            <a:ext cx="10708848" cy="6499786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Pachuca de Soto, Hidalgo.</a:t>
            </a:r>
          </a:p>
          <a:p>
            <a:pPr>
              <a:buNone/>
            </a:pP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03 Abril, 2026</a:t>
            </a:r>
            <a:endParaRPr lang="es-MX" dirty="0">
              <a:solidFill>
                <a:srgbClr val="585858"/>
              </a:solidFill>
              <a:latin typeface="Segoe UI Variable Small" pitchFamily="2" charset="0"/>
            </a:endParaRPr>
          </a:p>
          <a:p>
            <a:pPr algn="ctr">
              <a:buNone/>
            </a:pPr>
            <a:r>
              <a:rPr lang="es-MX" sz="2000" b="1" dirty="0">
                <a:solidFill>
                  <a:srgbClr val="585858"/>
                </a:solidFill>
                <a:latin typeface="Segoe UI Variable Small" pitchFamily="2" charset="0"/>
              </a:rPr>
              <a:t>CARTA DE PRESENTACIÓN</a:t>
            </a:r>
          </a:p>
          <a:p>
            <a:pPr algn="ctr">
              <a:buNone/>
            </a:pPr>
            <a:r>
              <a:rPr lang="es-MX" sz="2000" b="1" dirty="0">
                <a:solidFill>
                  <a:srgbClr val="585858"/>
                </a:solidFill>
                <a:latin typeface="Segoe UI Variable Small" pitchFamily="2" charset="0"/>
              </a:rPr>
              <a:t>Departamento de Recursos Humanos</a:t>
            </a:r>
          </a:p>
          <a:p>
            <a:pPr algn="ctr">
              <a:buNone/>
            </a:pPr>
            <a:endParaRPr lang="es-MX" sz="2000" dirty="0">
              <a:solidFill>
                <a:srgbClr val="58585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b="1" dirty="0">
                <a:solidFill>
                  <a:srgbClr val="585858"/>
                </a:solidFill>
                <a:latin typeface="Segoe UI Variable Small" pitchFamily="2" charset="0"/>
              </a:rPr>
              <a:t>Estimado equipo de reclutamiento: </a:t>
            </a:r>
            <a:endParaRPr lang="es-MX" sz="2000" dirty="0">
              <a:solidFill>
                <a:srgbClr val="58585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Soy ingeniero de software con experiencia en el desarrollo integral de aplicaciones web, específicamente en el desarrollo </a:t>
            </a:r>
            <a:r>
              <a:rPr lang="es-MX" sz="2000" dirty="0" err="1">
                <a:solidFill>
                  <a:srgbClr val="585858"/>
                </a:solidFill>
                <a:latin typeface="Segoe UI Variable Small" pitchFamily="2" charset="0"/>
              </a:rPr>
              <a:t>backend</a:t>
            </a: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 utilizando Java, Spring Boot y SQL. Mi experiencia abarca el desarrollo de API REST, la implementación de lógica de negocio, la integración de bases de datos, la creación de paneles de administración y el trabajo con arquitecturas en capas y el patrón MVC. También disfruto realizar desarrollo </a:t>
            </a:r>
            <a:r>
              <a:rPr lang="es-MX" sz="2000" dirty="0" err="1">
                <a:solidFill>
                  <a:srgbClr val="585858"/>
                </a:solidFill>
                <a:latin typeface="Segoe UI Variable Small" pitchFamily="2" charset="0"/>
              </a:rPr>
              <a:t>frontend</a:t>
            </a: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 con </a:t>
            </a:r>
            <a:r>
              <a:rPr lang="es-MX" sz="2000" dirty="0" err="1">
                <a:solidFill>
                  <a:srgbClr val="585858"/>
                </a:solidFill>
                <a:latin typeface="Segoe UI Variable Small" pitchFamily="2" charset="0"/>
              </a:rPr>
              <a:t>React</a:t>
            </a: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, Angular y Tailwind. </a:t>
            </a:r>
          </a:p>
          <a:p>
            <a:pPr>
              <a:buNone/>
            </a:pP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Me considero una persona responsable, creativa y comprometida con el aprendizaje continuo. Disfruto diseñar y desarrollar soluciones con código mantenible, una arquitectura sólida y un enfoque constante en la calidad del software.</a:t>
            </a:r>
          </a:p>
          <a:p>
            <a:pPr>
              <a:buNone/>
            </a:pP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Agradezco el tiempo dedicado a revisar mi perfil y quedo a su disposición para conversar sobre cómo puedo contribuir al cumplimiento de los objetivos de su organización.</a:t>
            </a:r>
          </a:p>
          <a:p>
            <a:pPr>
              <a:buNone/>
            </a:pPr>
            <a:endParaRPr lang="es-MX" sz="2000" dirty="0">
              <a:solidFill>
                <a:srgbClr val="58585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>
                <a:solidFill>
                  <a:srgbClr val="585858"/>
                </a:solidFill>
                <a:latin typeface="Segoe UI Variable Small" pitchFamily="2" charset="0"/>
              </a:rPr>
              <a:t>Atentamente,   </a:t>
            </a:r>
            <a:endParaRPr lang="es-MX" sz="2000" dirty="0">
              <a:solidFill>
                <a:srgbClr val="585858"/>
              </a:solidFill>
              <a:latin typeface="Segoe UI Variable Small" pitchFamily="2" charset="0"/>
            </a:endParaRPr>
          </a:p>
          <a:p>
            <a:pPr>
              <a:buNone/>
            </a:pPr>
            <a:r>
              <a:rPr lang="es-MX" sz="2000" b="1" dirty="0">
                <a:solidFill>
                  <a:srgbClr val="585858"/>
                </a:solidFill>
                <a:latin typeface="Segoe UI Variable Small" pitchFamily="2" charset="0"/>
              </a:rPr>
              <a:t>		</a:t>
            </a:r>
            <a:r>
              <a:rPr lang="es-MX" sz="2000" dirty="0">
                <a:solidFill>
                  <a:srgbClr val="585858"/>
                </a:solidFill>
                <a:latin typeface="Segoe UI Variable Small" pitchFamily="2" charset="0"/>
              </a:rPr>
              <a:t>Arturo Juárez Monroy </a:t>
            </a:r>
          </a:p>
          <a:p>
            <a:endParaRPr lang="es-MX" dirty="0">
              <a:solidFill>
                <a:srgbClr val="3838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ersonalizado 1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3E9A68"/>
      </a:accent1>
      <a:accent2>
        <a:srgbClr val="3E9A68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3E9A68"/>
      </a:hlink>
      <a:folHlink>
        <a:srgbClr val="BA6906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74</TotalTime>
  <Words>173</Words>
  <Application>Microsoft Office PowerPoint</Application>
  <PresentationFormat>Panorámica</PresentationFormat>
  <Paragraphs>12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Segoe UI Variable Small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27</cp:revision>
  <dcterms:created xsi:type="dcterms:W3CDTF">2026-06-27T19:13:31Z</dcterms:created>
  <dcterms:modified xsi:type="dcterms:W3CDTF">2026-07-18T01:43:16Z</dcterms:modified>
</cp:coreProperties>
</file>