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BFF"/>
    <a:srgbClr val="CBCBCB"/>
    <a:srgbClr val="D9FFFF"/>
    <a:srgbClr val="DDFFFF"/>
    <a:srgbClr val="F7FFFE"/>
    <a:srgbClr val="2DB5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82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B790F-6767-08F8-7512-62646B4A0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D13B4D-EC22-A3C0-CBF2-31691C93A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9624E7-4346-78C0-FA2C-C09A19E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8648B-EC41-F927-3ED1-68A1A631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17E8A9-68AA-FF37-76B3-030ED845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399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908D0-914B-F70D-41BF-55A704FF8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A21149-024F-CCB6-B205-26E0869FD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7BA95C-3FD7-3805-49B3-4B594D7A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1EB57D-E3BF-9A8A-E899-F155244A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0726E-C7E4-C6EC-BFD5-123CFB25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895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7E122-204D-AC2A-E6A3-1B87A36E5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110E3E-F698-F0E0-3D0D-38208DC90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F2E46-453F-2576-1451-E027B4B0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EBB88-015A-A011-63CF-42113BA3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78BD47-2443-7DD2-02A0-70C5A9CA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2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AC551-2AAF-E0D7-1F65-C3C64745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0A8DA4-0C52-A85A-BEBD-0E0F01D37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A321BF-3D54-0198-AA01-950D6534C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687036-C833-321D-C868-70664781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F45C0E-4AF6-B9E4-F04A-8FA4DD9C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0C6958-6AF1-C754-526E-1E9511AF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902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B3B0B-BE66-1129-71B9-22002A9F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FE3C2A-5166-233F-3F45-1F76F574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99F461-496F-FC9B-F3F6-2DA5C56F3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3E297A-08C7-E7A9-FC00-4E0D54704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B38C3B-9DD2-34C8-D8DD-A57521243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AEDA13-2636-1533-88A0-F6E95287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2E254C6-165B-7804-B86A-F332D283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C0AFC0-8E2E-C60B-DE7A-9D3D2AFF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19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A286D-8CCC-2125-882E-5B22BDAA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3906B0-AF14-1B31-0F8A-3EBF315E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635A35-FD31-7CF2-4C85-2F8EA3AA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AEBB6D-6E40-F448-921E-5FF18686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941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0F7A84-C16E-D886-F88D-C760B2C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F8A60B-EF62-7C30-9101-6FB5C129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F728D0-CF9F-9DAD-C84A-4FB443C17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735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63C9E-C53F-F17B-6C6C-A3104FE3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44906F-EAC8-2BCF-8CC1-C79649A96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81D7C-B640-44FF-8A6B-2346EEF1D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58D7FC-752D-4C3E-8AFE-58F89086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EF9E60-87EA-D474-27E7-6B93DB08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8567FA-43F2-F12E-695B-0CBA6819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541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12860-058D-044E-30D1-9FEB31B9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2532865-1FA1-BC63-E6CC-747EB3434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30DF65-B64D-6CA1-D185-7B663279E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3A01BC-1B7C-D8FA-5927-41CF475C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C54DDF-C97E-92CF-8740-B9A0DDFC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A5ACB3-160F-98D8-666E-BC9983A1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858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783FD-1A95-CF13-E9BF-5F7DB3EC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883F36-8636-51B2-8F0A-8A09D974D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7DA82-DDB8-DFAB-76B5-01F1D0A2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9F47D-AC70-491A-AA4C-E3CFCA7E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042ECA-AB32-517F-5422-103ACDEF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7724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227905-7A03-513A-F793-92795EC67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EDFD0F-DF09-E7C6-CC8F-B56009D85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233A44-7F99-E41B-0D1B-43E1172C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3D438C-A134-D4BE-6A47-C82FED93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9DB07-0265-E687-6EB8-0557E9FC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82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24719E-ED79-6C0D-4334-F8D3C5EC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D8B77C-CB80-37FD-1079-641B2FE85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BDF2E8-D872-7150-72D0-D0EC6BB30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A09CA-84CC-4576-8D46-0D2F6878C61B}" type="datetimeFigureOut">
              <a:rPr lang="es-MX" smtClean="0"/>
              <a:t>23/07/2026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F20E12-83B5-65B6-69DA-E687A607E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9E090A-AA0D-2CB0-F4B7-A86D6B599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9A3DB-6292-46BF-949E-109ACC68A6A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123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72FCC1D-0169-CADF-EE0E-65C94127F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800" y="179349"/>
            <a:ext cx="1516963" cy="15169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99986F2-CEA2-C06E-CE7C-B3754A14E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8004">
            <a:off x="3865724" y="1007445"/>
            <a:ext cx="1528835" cy="14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51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Arturo Juárez</dc:creator>
  <cp:lastModifiedBy>Arturo Juárez</cp:lastModifiedBy>
  <cp:revision>3</cp:revision>
  <dcterms:created xsi:type="dcterms:W3CDTF">2026-07-23T08:36:14Z</dcterms:created>
  <dcterms:modified xsi:type="dcterms:W3CDTF">2026-07-23T08:47:27Z</dcterms:modified>
</cp:coreProperties>
</file>